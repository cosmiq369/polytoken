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Llama 3.2</c:v>
                </c:pt>
              </c:strCache>
            </c:strRef>
          </c:tx>
          <c:spPr>
            <a:solidFill>
              <a:srgbClr val="F4C466"/>
            </a:solidFill>
            <a:effectLst/>
          </c:spPr>
          <c:invertIfNegative val="0"/>
          <c:dLbls>
            <c:numFmt formatCode="0.00&quot;×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1F2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Telugu script</c:v>
                  </c:pt>
                  <c:pt idx="1">
                    <c:v>Tenglish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7.59</c:v>
                </c:pt>
                <c:pt idx="1">
                  <c:v>1.09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Gemma 3</c:v>
                </c:pt>
              </c:strCache>
            </c:strRef>
          </c:tx>
          <c:spPr>
            <a:solidFill>
              <a:srgbClr val="91DBAF"/>
            </a:solidFill>
            <a:effectLst/>
          </c:spPr>
          <c:invertIfNegative val="0"/>
          <c:dLbls>
            <c:numFmt formatCode="0.00&quot;×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1F2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Telugu script</c:v>
                  </c:pt>
                  <c:pt idx="1">
                    <c:v>Tenglish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1.58</c:v>
                </c:pt>
                <c:pt idx="1">
                  <c:v>1.06</c:v>
                </c:pt>
              </c:numCache>
            </c:numRef>
          </c:val>
        </c:ser>
        <c:dLbls>
          <c:numFmt formatCode="0.00&quot;×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1F2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F1F2F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12700" cap="flat">
              <a:solidFill>
                <a:srgbClr val="42485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B5BDC9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B5BDC9"/>
                    </a:solidFill>
                    <a:latin typeface="Arial"/>
                  </a:rPr>
                  <a:t>Tokens / paired English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5BDC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solidFill>
          <a:srgbClr val="15171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F1F2F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5171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02 · The Agent That Can Explain Why  |  Fictional demonstration workloads
All companies are fictional; content-only costs; quality pending; voice latency unverified.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logs/sample/experiment01/fertility.csv + fertility.md · 18 paired reference sentences; not company data.
All companies are fictional; content-only costs; quality pending; voice latency unverified.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logs/sample/agent_{samudra,swara,raitu,paisa}_model_fit_report.json · All four companies are fictional.
All companies are fictional; content-only costs; quality pending; voice latency unverified.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src/polytoken/agent/ · src/polytoken/model_fit.py · docs/METERLESS.md · logs/sample/model_fit_v1_audit_*.jsonl
All companies are fictional; content-only costs; quality pending; voice latency unverified.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src/polytoken/{llm,zetaris,checker,model_fit}.py · src/polytoken/meterless/ · sql/token_ratio_by_part.sql
All companies are fictional; content-only costs; quality pending; voice latency unverified.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logs/sample/agent_raitu_model_fit_report.json · cost + token_ratio + monthly_conversations claims; data/reference/fx.json
All companies are fictional; content-only costs; quality pending; voice latency unverified.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logs/sample/agent_{samudra,swara,raitu,paisa}_model_fit_report.json; data/reference/fx.json (23 Oct 2026).
All companies are fictional; content-only costs; quality pending; voice latency unverified.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docs/METERLESS.md · logs/sample/fit_polish_validation.jsonl · logs/sample/model_fit_score.jsonl · video_deck_validation.jsonl
All companies are fictional; content-only costs; quality pending; voice latency unverified.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docs/SUBMISSION.md · docs/METERLESS.md · docs/DECLARATIONS.md · source and audit paths in repository.
All companies are fictional; content-only costs; quality pending; voice latency unverified.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checked model-fit reports, “limitations” and “serving_note”; docs/CONTRACT.md · Proposed next work, not completed results.
All companies are fictional; content-only costs; quality pending; voice latency unverified.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4864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A5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AGENT HACKATHON 2026 · TRACK 02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601200" y="1188720"/>
            <a:ext cx="1728216" cy="153619"/>
          </a:xfrm>
          <a:prstGeom prst="roundRect">
            <a:avLst/>
          </a:prstGeom>
          <a:solidFill>
            <a:srgbClr val="F4C466"/>
          </a:solidFill>
          <a:ln w="12700">
            <a:solidFill>
              <a:srgbClr val="F4C4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1476756"/>
            <a:ext cx="1209751" cy="153619"/>
          </a:xfrm>
          <a:prstGeom prst="roundRect">
            <a:avLst/>
          </a:prstGeom>
          <a:solidFill>
            <a:srgbClr val="62BFD3"/>
          </a:solidFill>
          <a:ln w="12700">
            <a:solidFill>
              <a:srgbClr val="62BF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1764792"/>
            <a:ext cx="691286" cy="153619"/>
          </a:xfrm>
          <a:prstGeom prst="roundRect">
            <a:avLst/>
          </a:prstGeom>
          <a:solidFill>
            <a:srgbClr val="62BFD3"/>
          </a:solidFill>
          <a:ln w="12700">
            <a:solidFill>
              <a:srgbClr val="62BF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08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PolyToken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176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model-fit advisor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Indian-language AI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297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A5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model fits your users — and why?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303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Mohan Chelluru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459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02 · The Agent That Can Explain Why  |  Fictional demonstration workloads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64240" y="634593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A5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price sheet cannot see how your users write.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459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logs/sample/experiment01/fertility.csv + fertility.md · 18 paired reference sentences; not company data.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4593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2286000"/>
          <a:ext cx="69494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8046720" y="23774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202329"/>
          </a:solidFill>
          <a:ln w="12700">
            <a:solidFill>
              <a:srgbClr val="20232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21040" y="27432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C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7.59× → 1.09×</a:t>
            </a:r>
            <a:endParaRPr lang="en-US" sz="2900" dirty="0"/>
          </a:p>
        </p:txBody>
      </p:sp>
      <p:sp>
        <p:nvSpPr>
          <p:cNvPr id="10" name="Text 6"/>
          <p:cNvSpPr txBox="1"/>
          <p:nvPr/>
        </p:nvSpPr>
        <p:spPr>
          <a:xfrm>
            <a:off x="8321040" y="36576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language.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script.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token bill.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5715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Ratios to English, not a quality score.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A5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IS FOR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decision. Four very different workloads.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459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logs/sample/agent_{samudra,swara,raitu,paisa}_model_fit_report.json · All four companies are fictional.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4593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2697480" cy="2423160"/>
          </a:xfrm>
          <a:prstGeom prst="roundRect">
            <a:avLst>
              <a:gd name="adj" fmla="val 4528"/>
            </a:avLst>
          </a:prstGeom>
          <a:solidFill>
            <a:srgbClr val="202329"/>
          </a:solidFill>
          <a:ln w="12700">
            <a:solidFill>
              <a:srgbClr val="20232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267004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A5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SUPPORT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154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Samudra Telecom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3794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Tenglish + romanized Telugu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chat history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456432" y="2423160"/>
            <a:ext cx="2697480" cy="2423160"/>
          </a:xfrm>
          <a:prstGeom prst="roundRect">
            <a:avLst>
              <a:gd name="adj" fmla="val 4528"/>
            </a:avLst>
          </a:prstGeom>
          <a:solidFill>
            <a:srgbClr val="202329"/>
          </a:solidFill>
          <a:ln w="12700">
            <a:solidFill>
              <a:srgbClr val="20232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57600" y="267004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CDB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CARE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0" y="3154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Swara Care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0" y="3794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in Devanagari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spoken answers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364224" y="2423160"/>
            <a:ext cx="2697480" cy="2423160"/>
          </a:xfrm>
          <a:prstGeom prst="roundRect">
            <a:avLst>
              <a:gd name="adj" fmla="val 4528"/>
            </a:avLst>
          </a:prstGeom>
          <a:solidFill>
            <a:srgbClr val="202329"/>
          </a:solidFill>
          <a:ln w="12700">
            <a:solidFill>
              <a:srgbClr val="20232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65392" y="267004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A5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ADVISORY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565392" y="3154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Raitu Mitra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565392" y="3794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Telugu script from ASR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and rural vocabulary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272016" y="2423160"/>
            <a:ext cx="2697480" cy="2423160"/>
          </a:xfrm>
          <a:prstGeom prst="roundRect">
            <a:avLst>
              <a:gd name="adj" fmla="val 4528"/>
            </a:avLst>
          </a:prstGeom>
          <a:solidFill>
            <a:srgbClr val="202329"/>
          </a:solidFill>
          <a:ln w="12700">
            <a:solidFill>
              <a:srgbClr val="20232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473184" y="267004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CDB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 CHAT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473184" y="3154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Paisa Saathi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9473184" y="3794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Hinglish messages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product terms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53492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1D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“Which model fits our users and our budget — and why?”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A5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INVESTIGATION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explains the path to its answer.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459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src/polytoken/agent/ · src/polytoken/model_fit.py · docs/METERLESS.md · logs/sample/model_fit_v1_audit_*.jsonl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4593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2103120" cy="2468880"/>
          </a:xfrm>
          <a:prstGeom prst="roundRect">
            <a:avLst>
              <a:gd name="adj" fmla="val 5217"/>
            </a:avLst>
          </a:prstGeom>
          <a:solidFill>
            <a:srgbClr val="202329"/>
          </a:solidFill>
          <a:ln w="12700">
            <a:solidFill>
              <a:srgbClr val="20232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A5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1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520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1148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mix, channel,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and answers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670048" y="3703320"/>
            <a:ext cx="182880" cy="0"/>
          </a:xfrm>
          <a:prstGeom prst="line">
            <a:avLst/>
          </a:prstGeom>
          <a:noFill/>
          <a:ln w="19050">
            <a:solidFill>
              <a:srgbClr val="B5BDC9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889504" y="2514600"/>
            <a:ext cx="2103120" cy="2468880"/>
          </a:xfrm>
          <a:prstGeom prst="roundRect">
            <a:avLst>
              <a:gd name="adj" fmla="val 5217"/>
            </a:avLst>
          </a:prstGeom>
          <a:solidFill>
            <a:srgbClr val="202329"/>
          </a:solidFill>
          <a:ln w="12700">
            <a:solidFill>
              <a:srgbClr val="20232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072384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A5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100" dirty="0"/>
          </a:p>
        </p:txBody>
      </p:sp>
      <p:sp>
        <p:nvSpPr>
          <p:cNvPr id="14" name="Text 11"/>
          <p:cNvSpPr txBox="1"/>
          <p:nvPr/>
        </p:nvSpPr>
        <p:spPr>
          <a:xfrm>
            <a:off x="3072384" y="3520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3072384" y="41148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 token counts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Zetaris SQL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10912" y="3703320"/>
            <a:ext cx="182880" cy="0"/>
          </a:xfrm>
          <a:prstGeom prst="line">
            <a:avLst/>
          </a:prstGeom>
          <a:noFill/>
          <a:ln w="19050">
            <a:solidFill>
              <a:srgbClr val="B5BDC9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230368" y="2514600"/>
            <a:ext cx="2103120" cy="2468880"/>
          </a:xfrm>
          <a:prstGeom prst="roundRect">
            <a:avLst>
              <a:gd name="adj" fmla="val 5217"/>
            </a:avLst>
          </a:prstGeom>
          <a:solidFill>
            <a:srgbClr val="202329"/>
          </a:solidFill>
          <a:ln w="12700">
            <a:solidFill>
              <a:srgbClr val="20232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13248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A5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100" dirty="0"/>
          </a:p>
        </p:txBody>
      </p:sp>
      <p:sp>
        <p:nvSpPr>
          <p:cNvPr id="19" name="Text 16"/>
          <p:cNvSpPr txBox="1"/>
          <p:nvPr/>
        </p:nvSpPr>
        <p:spPr>
          <a:xfrm>
            <a:off x="5413248" y="3520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5413248" y="41148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counts ×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dated provider quotes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351776" y="3703320"/>
            <a:ext cx="182880" cy="0"/>
          </a:xfrm>
          <a:prstGeom prst="line">
            <a:avLst/>
          </a:prstGeom>
          <a:noFill/>
          <a:ln w="19050">
            <a:solidFill>
              <a:srgbClr val="B5BDC9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571232" y="2514600"/>
            <a:ext cx="2103120" cy="2468880"/>
          </a:xfrm>
          <a:prstGeom prst="roundRect">
            <a:avLst>
              <a:gd name="adj" fmla="val 5217"/>
            </a:avLst>
          </a:prstGeom>
          <a:solidFill>
            <a:srgbClr val="202329"/>
          </a:solidFill>
          <a:ln w="12700">
            <a:solidFill>
              <a:srgbClr val="20232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54112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91D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100" dirty="0"/>
          </a:p>
        </p:txBody>
      </p:sp>
      <p:sp>
        <p:nvSpPr>
          <p:cNvPr id="24" name="Text 21"/>
          <p:cNvSpPr txBox="1"/>
          <p:nvPr/>
        </p:nvSpPr>
        <p:spPr>
          <a:xfrm>
            <a:off x="7754112" y="3520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2100" dirty="0"/>
          </a:p>
        </p:txBody>
      </p:sp>
      <p:sp>
        <p:nvSpPr>
          <p:cNvPr id="25" name="Text 22"/>
          <p:cNvSpPr txBox="1"/>
          <p:nvPr/>
        </p:nvSpPr>
        <p:spPr>
          <a:xfrm>
            <a:off x="7754112" y="41148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Recompute claims;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unsupported ones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9692640" y="3703320"/>
            <a:ext cx="182880" cy="0"/>
          </a:xfrm>
          <a:prstGeom prst="line">
            <a:avLst/>
          </a:prstGeom>
          <a:noFill/>
          <a:ln w="19050">
            <a:solidFill>
              <a:srgbClr val="B5BDC9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9912096" y="2514600"/>
            <a:ext cx="2103120" cy="2468880"/>
          </a:xfrm>
          <a:prstGeom prst="roundRect">
            <a:avLst>
              <a:gd name="adj" fmla="val 5217"/>
            </a:avLst>
          </a:prstGeom>
          <a:solidFill>
            <a:srgbClr val="202329"/>
          </a:solidFill>
          <a:ln w="12700">
            <a:solidFill>
              <a:srgbClr val="20232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094976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A5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100" dirty="0"/>
          </a:p>
        </p:txBody>
      </p:sp>
      <p:sp>
        <p:nvSpPr>
          <p:cNvPr id="29" name="Text 26"/>
          <p:cNvSpPr txBox="1"/>
          <p:nvPr/>
        </p:nvSpPr>
        <p:spPr>
          <a:xfrm>
            <a:off x="10094976" y="3520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2100" dirty="0"/>
          </a:p>
        </p:txBody>
      </p:sp>
      <p:sp>
        <p:nvSpPr>
          <p:cNvPr id="30" name="Text 27"/>
          <p:cNvSpPr txBox="1"/>
          <p:nvPr/>
        </p:nvSpPr>
        <p:spPr>
          <a:xfrm>
            <a:off x="10094976" y="41148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cost fit,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receipts and limits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54406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DB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Nemotron plans each bounded step. Meterless state preserves its evidence.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A5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reasoning loop. Evidence at every boundary.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459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src/polytoken/{llm,zetaris,checker,model_fit}.py · src/polytoken/meterless/ · sql/token_ratio_by_part.sql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4593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2194560"/>
            <a:ext cx="3291840" cy="1325880"/>
          </a:xfrm>
          <a:prstGeom prst="roundRect">
            <a:avLst>
              <a:gd name="adj" fmla="val 8276"/>
            </a:avLst>
          </a:prstGeom>
          <a:solidFill>
            <a:srgbClr val="202329"/>
          </a:solidFill>
          <a:ln w="12700">
            <a:solidFill>
              <a:srgbClr val="20232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5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+ console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889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Question, profile, ranking and receipts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434840" y="2194560"/>
            <a:ext cx="3291840" cy="1325880"/>
          </a:xfrm>
          <a:prstGeom prst="roundRect">
            <a:avLst>
              <a:gd name="adj" fmla="val 8276"/>
            </a:avLst>
          </a:prstGeom>
          <a:solidFill>
            <a:srgbClr val="202329"/>
          </a:solidFill>
          <a:ln w="12700">
            <a:solidFill>
              <a:srgbClr val="20232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17720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DB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Nemotron agent loop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617720" y="27889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injected generator · bounded calls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75320" y="2194560"/>
            <a:ext cx="3291840" cy="1325880"/>
          </a:xfrm>
          <a:prstGeom prst="roundRect">
            <a:avLst>
              <a:gd name="adj" fmla="val 8276"/>
            </a:avLst>
          </a:prstGeom>
          <a:solidFill>
            <a:srgbClr val="202329"/>
          </a:solidFill>
          <a:ln w="12700">
            <a:solidFill>
              <a:srgbClr val="20232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58200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1D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checker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458200" y="27889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 → recompute → report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913632" y="2834640"/>
            <a:ext cx="475488" cy="0"/>
          </a:xfrm>
          <a:prstGeom prst="line">
            <a:avLst/>
          </a:prstGeom>
          <a:noFill/>
          <a:ln w="19050">
            <a:solidFill>
              <a:srgbClr val="B5BDC9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754112" y="2834640"/>
            <a:ext cx="475488" cy="0"/>
          </a:xfrm>
          <a:prstGeom prst="line">
            <a:avLst/>
          </a:prstGeom>
          <a:noFill/>
          <a:ln w="19050">
            <a:solidFill>
              <a:srgbClr val="B5BDC9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94360" y="425196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202329"/>
          </a:solidFill>
          <a:ln w="12700">
            <a:solidFill>
              <a:srgbClr val="20232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4389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5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Zetaris · federated SQL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48463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config + chats + measured tokens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sentences + verified prices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434840" y="425196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202329"/>
          </a:solidFill>
          <a:ln w="12700">
            <a:solidFill>
              <a:srgbClr val="20232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617720" y="4389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DB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Meterless reference engines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4617720" y="48463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Model: sourced observations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H-MEM: profiles · Markovian: chunks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275320" y="425196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202329"/>
          </a:solidFill>
          <a:ln w="12700">
            <a:solidFill>
              <a:srgbClr val="20232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58200" y="4389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1D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logs/ · JSONL evidence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8458200" y="48463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Queries, fetch times, formulas,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timings and token accounting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2240280" y="4206240"/>
            <a:ext cx="2880360" cy="-640080"/>
          </a:xfrm>
          <a:prstGeom prst="line">
            <a:avLst/>
          </a:prstGeom>
          <a:noFill/>
          <a:ln w="19050">
            <a:solidFill>
              <a:srgbClr val="B5BDC9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6080760" y="3566160"/>
            <a:ext cx="0" cy="640080"/>
          </a:xfrm>
          <a:prstGeom prst="line">
            <a:avLst/>
          </a:prstGeom>
          <a:noFill/>
          <a:ln w="19050">
            <a:solidFill>
              <a:srgbClr val="B5BDC9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7772400" y="4937760"/>
            <a:ext cx="457200" cy="0"/>
          </a:xfrm>
          <a:prstGeom prst="line">
            <a:avLst/>
          </a:prstGeom>
          <a:noFill/>
          <a:ln w="19050">
            <a:solidFill>
              <a:srgbClr val="B5BDC9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9921240" y="4206240"/>
            <a:ext cx="0" cy="-640080"/>
          </a:xfrm>
          <a:prstGeom prst="line">
            <a:avLst/>
          </a:prstGeom>
          <a:noFill/>
          <a:ln w="19050">
            <a:solidFill>
              <a:srgbClr val="B5BDC9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A5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RAITU MITRA · TELUGU VOICE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lowest unit price costs 2.61× the best fit.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459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logs/sample/agent_raitu_model_fit_report.json · cost + token_ratio + monthly_conversations claims; data/reference/fx.json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4593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2286000"/>
            <a:ext cx="5486400" cy="2926080"/>
          </a:xfrm>
          <a:prstGeom prst="roundRect">
            <a:avLst>
              <a:gd name="adj" fmla="val 3750"/>
            </a:avLst>
          </a:prstGeom>
          <a:solidFill>
            <a:srgbClr val="202329"/>
          </a:solidFill>
          <a:ln w="12700">
            <a:solidFill>
              <a:srgbClr val="20232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5603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91D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CONTENT-COST FIT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971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4B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611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91D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₹139</a:t>
            </a:r>
            <a:endParaRPr lang="en-US" sz="58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663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1.35× English tokens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400800" y="2286000"/>
            <a:ext cx="5486400" cy="2926080"/>
          </a:xfrm>
          <a:prstGeom prst="roundRect">
            <a:avLst>
              <a:gd name="adj" fmla="val 3750"/>
            </a:avLst>
          </a:prstGeom>
          <a:solidFill>
            <a:srgbClr val="202329"/>
          </a:solidFill>
          <a:ln w="12700">
            <a:solidFill>
              <a:srgbClr val="20232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675120" y="25603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F4C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CHEAPEST PER TOKEN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675120" y="2971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3.1 8B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6675120" y="3611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4C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₹363</a:t>
            </a:r>
            <a:endParaRPr lang="en-US" sz="5800" dirty="0"/>
          </a:p>
        </p:txBody>
      </p:sp>
      <p:sp>
        <p:nvSpPr>
          <p:cNvPr id="16" name="Text 13"/>
          <p:cNvSpPr txBox="1"/>
          <p:nvPr/>
        </p:nvSpPr>
        <p:spPr>
          <a:xfrm>
            <a:off x="6675120" y="4663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5.03× English tokens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 at 80,000 conversations · content estimates, not invoices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897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C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latency unverified. Quality: verify on your sample.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A5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COMPANIES · FOUR ANSWERS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fit follows the workload.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459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logs/sample/agent_{samudra,swara,raitu,paisa}_model_fit_report.json; data/reference/fx.json (23 Oct 2026).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4593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331720"/>
          <a:ext cx="11018520" cy="2926080"/>
        </p:xfrm>
        <a:graphic>
          <a:graphicData uri="http://schemas.openxmlformats.org/drawingml/2006/table">
            <a:tbl>
              <a:tblPr/>
              <a:tblGrid>
                <a:gridCol w="3017520"/>
                <a:gridCol w="3108960"/>
                <a:gridCol w="3200400"/>
                <a:gridCol w="169164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Company / volume per month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content-cost fit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Lowest unit-price model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 best fit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Samudra Telecom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2,00,000 conversations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 3.1 8B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₹176 / month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 3.1 8B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₹176 / month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1.00×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Swara Care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1,20,000 conversations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 3 4B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₹275 / month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 3.1 8B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₹359 / month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1.31×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Raitu Mitra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80,000 conversations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 3 4B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₹139 / month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 3.1 8B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₹363 / month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2.61×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Paisa Saathi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3,00,000 conversations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 3.1 8B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₹154 / month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 3.1 8B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₹154 / month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2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1.00×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40080" y="5577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1D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mixtures favor Llama. Native-script voice workloads favor Gemma on cost.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deployment decisions await matching latency evidence. All quality remains to verify.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A5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· BEFORE THE RECOMMENDATION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claim earns its place in the report.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459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docs/METERLESS.md · logs/sample/fit_polish_validation.jsonl · logs/sample/model_fit_score.jsonl · video_deck_validation.jsonl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4593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242316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202329"/>
          </a:solidFill>
          <a:ln w="12700">
            <a:solidFill>
              <a:srgbClr val="20232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697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DB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49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Meterless conformance checks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434840" y="242316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202329"/>
          </a:solidFill>
          <a:ln w="12700">
            <a:solidFill>
              <a:srgbClr val="20232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2697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91D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</a:t>
            </a:r>
            <a:endParaRPr lang="en-US" sz="54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3749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passed · 8 live tests skipped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275320" y="242316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202329"/>
          </a:solidFill>
          <a:ln w="12700">
            <a:solidFill>
              <a:srgbClr val="20232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03920" y="2697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A5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5400" dirty="0"/>
          </a:p>
        </p:txBody>
      </p:sp>
      <p:sp>
        <p:nvSpPr>
          <p:cNvPr id="15" name="Text 12"/>
          <p:cNvSpPr txBox="1"/>
          <p:nvPr/>
        </p:nvSpPr>
        <p:spPr>
          <a:xfrm>
            <a:off x="8503920" y="3749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Pre-registered addendum checks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4709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= formula + inputs + query + source + fetch time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4C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Unsupported claims are dropped. Missing timing is not a passed voice constraint.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A5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TECHNOLOGY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Data. Memory. Reasoning. Each with a clear job.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459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docs/SUBMISSION.md · docs/METERLESS.md · docs/DECLARATIONS.md · source and audit paths in repository.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4593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2423160"/>
            <a:ext cx="3520440" cy="2971800"/>
          </a:xfrm>
          <a:prstGeom prst="roundRect">
            <a:avLst>
              <a:gd name="adj" fmla="val 3692"/>
            </a:avLst>
          </a:prstGeom>
          <a:solidFill>
            <a:srgbClr val="202329"/>
          </a:solidFill>
          <a:ln w="12700">
            <a:solidFill>
              <a:srgbClr val="20232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6974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A5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LAYER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461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5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Zetaris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1605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SQL over conversations,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configuration, measurements,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text and prices.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434840" y="2423160"/>
            <a:ext cx="3520440" cy="2971800"/>
          </a:xfrm>
          <a:prstGeom prst="roundRect">
            <a:avLst>
              <a:gd name="adj" fmla="val 3692"/>
            </a:avLst>
          </a:prstGeom>
          <a:solidFill>
            <a:srgbClr val="202329"/>
          </a:solidFill>
          <a:ln w="12700">
            <a:solidFill>
              <a:srgbClr val="20232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63440" y="26974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CDB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 ARCHITECTURES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32461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DB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Meterless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41605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independent implementations: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Model, H-MEM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Markovian.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8275320" y="2423160"/>
            <a:ext cx="3520440" cy="2971800"/>
          </a:xfrm>
          <a:prstGeom prst="roundRect">
            <a:avLst>
              <a:gd name="adj" fmla="val 3692"/>
            </a:avLst>
          </a:prstGeom>
          <a:solidFill>
            <a:srgbClr val="202329"/>
          </a:solidFill>
          <a:ln w="12700">
            <a:solidFill>
              <a:srgbClr val="20232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03920" y="26974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91D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AGENT’S BRAIN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503920" y="32461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1D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8503920" y="41605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Nemotron planning and judging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one configured generator,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shared rate limits and budgets.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was not used.  ·  Codex and Claude assisted development.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A5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EVIDENCE TO EARN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cost candidate to a deployment decision.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459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checked model-fit reports, “limitations” and “serving_note”; docs/CONTRACT.md · Proposed next work, not completed results.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4593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02329"/>
          </a:solidFill>
          <a:ln w="12700">
            <a:solidFill>
              <a:srgbClr val="20232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5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review</a:t>
            </a:r>
            <a:endParaRPr lang="en-US" sz="2300" dirty="0"/>
          </a:p>
        </p:txBody>
      </p:sp>
      <p:sp>
        <p:nvSpPr>
          <p:cNvPr id="10" name="Text 7"/>
          <p:cNvSpPr txBox="1"/>
          <p:nvPr/>
        </p:nvSpPr>
        <p:spPr>
          <a:xfrm>
            <a:off x="4709160" y="23317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translations and replace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templates with consented samples.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0080" y="333756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02329"/>
          </a:solidFill>
          <a:ln w="12700">
            <a:solidFill>
              <a:srgbClr val="20232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5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evidence</a:t>
            </a:r>
            <a:endParaRPr lang="en-US" sz="23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33375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the exact model, provider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voice workload against its target.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40080" y="43434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02329"/>
          </a:solidFill>
          <a:ln w="12700">
            <a:solidFill>
              <a:srgbClr val="20232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5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4343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1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quality</a:t>
            </a:r>
            <a:endParaRPr lang="en-US" sz="2300" dirty="0"/>
          </a:p>
        </p:txBody>
      </p:sp>
      <p:sp>
        <p:nvSpPr>
          <p:cNvPr id="18" name="Text 15"/>
          <p:cNvSpPr txBox="1"/>
          <p:nvPr/>
        </p:nvSpPr>
        <p:spPr>
          <a:xfrm>
            <a:off x="4709160" y="43434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paired controls and assess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5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 before switching models.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56235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1D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PolyToken. Every token accounted for.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PolyToken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PolyToken — model-fit advisor for Indian-language AI</dc:title>
  <dc:subject>Open Agent Hackathon 2026 · Track 02</dc:subject>
  <dc:creator>Mohan Chelluru</dc:creator>
  <cp:lastModifiedBy>Mohan Chelluru</cp:lastModifiedBy>
  <cp:revision>1</cp:revision>
  <dcterms:created xsi:type="dcterms:W3CDTF">2026-10-25T14:54:49Z</dcterms:created>
  <dcterms:modified xsi:type="dcterms:W3CDTF">2026-10-25T14:54:49Z</dcterms:modified>
</cp:coreProperties>
</file>